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데이터셋 분석 슬라이드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타이틀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펭귄 데이터셋 분석 보고서</a:t>
            </a:r>
          </a:p>
          <a:p>
            <a:pPr lvl="0"/>
            <a:r>
              <a:rPr/>
              <a:t>분석자: GitHub Copilot</a:t>
            </a:r>
          </a:p>
          <a:p>
            <a:pPr lvl="0"/>
            <a:r>
              <a:rPr/>
              <a:t>날짜: 2025년 12월 23일</a:t>
            </a:r>
          </a:p>
          <a:p>
            <a:pPr lvl="0"/>
            <a:r>
              <a:rPr/>
              <a:t>데이터: Palmer Penguins Dataset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데이터셋은 남극의 세 섬에서 수집된 Adelie, Chinstrap, Gentoo 세 종의 펭귄 데이터를 포함합니다.</a:t>
            </a:r>
          </a:p>
          <a:p>
            <a:pPr lvl="0"/>
            <a:r>
              <a:rPr/>
              <a:t>변수: 종, 섬, 부리 길이/깊이, 날개 길이, 체중, 성별</a:t>
            </a:r>
          </a:p>
          <a:p>
            <a:pPr lvl="0"/>
            <a:r>
              <a:rPr/>
              <a:t>목적: 생태적 다양성 분석 및 시각화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개요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00"/>
                <a:gridCol w="1206500"/>
                <a:gridCol w="1473200"/>
                <a:gridCol w="1473200"/>
                <a:gridCol w="1473200"/>
                <a:gridCol w="927100"/>
                <a:gridCol w="736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길이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깊이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날개 길이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체중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성별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Female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데이터는 생물 다양성을 연구하는 데 유용하며, 결측치가 일부 존재합니다.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 통계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깊이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날개 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체중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4207.06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표준편차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805.22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체중의 변이가 크며, 종별 차이가 예상됩니다.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히스토그램</a:t>
            </a:r>
          </a:p>
        </p:txBody>
      </p:sp>
      <p:pic>
        <p:nvPicPr>
          <p:cNvPr descr="histogra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부리 길이와 깊이는 정규분포에 가까우며, Gentoo의 큰 체구가 영향을 미칩니다.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박스플롯</a:t>
            </a:r>
          </a:p>
        </p:txBody>
      </p:sp>
      <p:pic>
        <p:nvPicPr>
          <p:cNvPr descr="boxplo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박스플롯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체중의 분산이 가장 크며, 이상치를 조사할 필요가 있습니다.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산점도 1: 부리 길이 vs 깊이</a:t>
            </a:r>
          </a:p>
        </p:txBody>
      </p:sp>
      <p:pic>
        <p:nvPicPr>
          <p:cNvPr descr="scatter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산점도1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종별 군집이 명확하며, 먹이 습성과 관련될 수 있습니다.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산점도 2: 날개 길이 vs 체중</a:t>
            </a:r>
          </a:p>
        </p:txBody>
      </p:sp>
      <p:pic>
        <p:nvPicPr>
          <p:cNvPr descr="scatter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산점도2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강한 양의 상관관계로, 수영 능력을 반영합니다.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산점도 3: 부리 길이 vs 체중 (섬별)</a:t>
            </a:r>
          </a:p>
        </p:txBody>
      </p:sp>
      <p:pic>
        <p:nvPicPr>
          <p:cNvPr descr="scatter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산점도3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섬의 환경이 펭귄 크기에 영향을 미칩니다.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 차트: 종별 개수</a:t>
            </a:r>
          </a:p>
        </p:txBody>
      </p:sp>
      <p:pic>
        <p:nvPicPr>
          <p:cNvPr descr="bar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바 차트 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Gentoo가 가장 많으며, 데이터 불균형을 고려해야 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교차표: 종 vs 섬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종별 서식지가 분리되어 있습니다.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피봇 테이블: 평균 체중 (종 x 성별)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3368.84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4043.49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3527.21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3938.97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4679.74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5484.84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수컷이 더 무겁습니다. 성적 이형성입니다.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바이올린 플롯 1: 부리 길이</a:t>
            </a:r>
          </a:p>
        </p:txBody>
      </p:sp>
      <p:pic>
        <p:nvPicPr>
          <p:cNvPr descr="violin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바이올린1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Gentoo의 부리가 큽니다.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바이올린 플롯 2: 체중</a:t>
            </a:r>
          </a:p>
        </p:txBody>
      </p:sp>
      <p:pic>
        <p:nvPicPr>
          <p:cNvPr descr="violin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바이올린2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체중 분포가 종별로 다릅니다.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페어플롯</a:t>
            </a:r>
          </a:p>
        </p:txBody>
      </p:sp>
      <p:pic>
        <p:nvPicPr>
          <p:cNvPr descr="pai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1193800"/>
            <a:ext cx="322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페어플롯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다변량 관계를 보여줍니다.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상관 히트맵</a:t>
            </a:r>
          </a:p>
        </p:txBody>
      </p:sp>
      <p:pic>
        <p:nvPicPr>
          <p:cNvPr descr="heat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히트맵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날개 길이와 체중의 상관이 높습니다.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카운트 플롯: 섬별 종</a:t>
            </a:r>
          </a:p>
        </p:txBody>
      </p:sp>
      <p:pic>
        <p:nvPicPr>
          <p:cNvPr descr="count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카운트플롯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섬별 환경이 종 선택에 영향을 미칩니다.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 차트: 성별 개수</a:t>
            </a:r>
          </a:p>
        </p:txBody>
      </p:sp>
      <p:pic>
        <p:nvPicPr>
          <p:cNvPr descr="bar_se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바 차트 성별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성비가 균형적입니다.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교차표: 성별 vs 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성별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Female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각 종에서 성비가 비슷합니다.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피봇 테이블: 평균 날개 길이 (섬 x 종)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188.8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217.2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189.9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195.8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191.5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Gentoo의 날개가 가장 깁니다.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펭귄 데이터셋 분석 완료</a:t>
            </a:r>
          </a:p>
          <a:p>
            <a:pPr lvl="0"/>
            <a:r>
              <a:rPr/>
              <a:t>13개 그래프와 4개 테이블 생성</a:t>
            </a:r>
          </a:p>
          <a:p>
            <a:pPr lvl="0"/>
            <a:r>
              <a:rPr/>
              <a:t>종별, 섬별, 성별 차이 발견</a:t>
            </a:r>
          </a:p>
          <a:p>
            <a:pPr lvl="0"/>
            <a:r>
              <a:rPr/>
              <a:t>생태적 의미: 환경 적응과 진화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참고 자료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 출처: seaborn.load_dataset(‘penguins’)</a:t>
            </a:r>
          </a:p>
          <a:p>
            <a:pPr lvl="0"/>
            <a:r>
              <a:rPr/>
              <a:t>도구: Python, pandas, seaborn, matplotlib, pandoc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2025-12-23T13:17:48Z</dcterms:created>
  <dcterms:modified xsi:type="dcterms:W3CDTF">2025-12-23T13:17:48Z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